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Pet Adoption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M.Tech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platform to simplify pet adoption</a:t>
            </a:r>
          </a:p>
          <a:p>
            <a:r>
              <a:t>Centralized system for browsing and adopting pets</a:t>
            </a:r>
          </a:p>
          <a:p>
            <a:r>
              <a:t>Reduces shelter dependency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centralized adoption platform</a:t>
            </a:r>
          </a:p>
          <a:p>
            <a:r>
              <a:t>Scattered &amp; outdated pet information</a:t>
            </a:r>
          </a:p>
          <a:p>
            <a:r>
              <a:t>Inefficient communication between shelters &amp; adopters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&amp; user-friendly UI</a:t>
            </a:r>
          </a:p>
          <a:p>
            <a:r>
              <a:t>Dynamic pet browsing &amp; filtering</a:t>
            </a:r>
          </a:p>
          <a:p>
            <a:r>
              <a:t>Favorites &amp; adoption form</a:t>
            </a:r>
          </a:p>
          <a:p>
            <a:r>
              <a:t>Frontend-focused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Frontend-based web application</a:t>
            </a:r>
          </a:p>
          <a:p>
            <a:r>
              <a:t>Pet browsing, favorites, adoption form</a:t>
            </a:r>
          </a:p>
          <a:p>
            <a:r>
              <a:t>Excludes backend, payments &amp; admin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 – Structure</a:t>
            </a:r>
          </a:p>
          <a:p>
            <a:r>
              <a:t>CSS3 – Styling &amp; responsiveness</a:t>
            </a:r>
          </a:p>
          <a:p>
            <a:r>
              <a:t>JavaScript – Logic &amp; interaction</a:t>
            </a:r>
          </a:p>
          <a:p>
            <a:r>
              <a:t>JSON &amp; LocalStorage – Data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architecture</a:t>
            </a:r>
          </a:p>
          <a:p>
            <a:r>
              <a:t>Presentation Layer</a:t>
            </a:r>
          </a:p>
          <a:p>
            <a:r>
              <a:t>Logic Layer</a:t>
            </a:r>
          </a:p>
          <a:p>
            <a:r>
              <a:t>Data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 listing &amp; filters</a:t>
            </a:r>
          </a:p>
          <a:p>
            <a:r>
              <a:t>Favorites management</a:t>
            </a:r>
          </a:p>
          <a:p>
            <a:r>
              <a:t>Adoption application form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&amp; UI testing</a:t>
            </a:r>
          </a:p>
          <a:p>
            <a:r>
              <a:t>Functional testing</a:t>
            </a:r>
          </a:p>
          <a:p>
            <a:r>
              <a:t>Cross-browser compatibility</a:t>
            </a:r>
          </a:p>
          <a:p>
            <a:r>
              <a:t>All test cases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load time</a:t>
            </a:r>
          </a:p>
          <a:p>
            <a:r>
              <a:t>Smooth user experience</a:t>
            </a:r>
          </a:p>
          <a:p>
            <a:r>
              <a:t>Accurate favorites &amp; form handling</a:t>
            </a:r>
          </a:p>
          <a:p>
            <a:r>
              <a:t>Works across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frontend-based adoption platform</a:t>
            </a:r>
          </a:p>
          <a:p>
            <a:r>
              <a:t>Improved adoption experience</a:t>
            </a:r>
          </a:p>
          <a:p>
            <a:r>
              <a:t>Demonstrates modern frontend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integration</a:t>
            </a:r>
          </a:p>
          <a:p>
            <a:r>
              <a:t>Mobile app development</a:t>
            </a:r>
          </a:p>
          <a:p>
            <a:r>
              <a:t>Advanced search &amp; AI features</a:t>
            </a:r>
          </a:p>
          <a:p>
            <a:r>
              <a:t>Online payments &amp; donations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